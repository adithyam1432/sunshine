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Playfair Display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5F8AA5-E7F7-440E-B630-5060B12714AE}">
  <a:tblStyle styleId="{7C5F8AA5-E7F7-440E-B630-5060B12714A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ayfairDisplay-bold.fntdata"/><Relationship Id="rId25" Type="http://schemas.openxmlformats.org/officeDocument/2006/relationships/font" Target="fonts/PlayfairDisplay-regular.fntdata"/><Relationship Id="rId28" Type="http://schemas.openxmlformats.org/officeDocument/2006/relationships/font" Target="fonts/PlayfairDisplay-boldItalic.fntdata"/><Relationship Id="rId27" Type="http://schemas.openxmlformats.org/officeDocument/2006/relationships/font" Target="fonts/PlayfairDisplay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38e8b00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38e8b00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61fd7b9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c61fd7b9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61fd7b9a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61fd7b9a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61fd7b9a8_5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61fd7b9a8_5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61fd7b9a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61fd7b9a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61fd7b9a8_5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61fd7b9a8_5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61fd7b9a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61fd7b9a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61fd7b9a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61fd7b9a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61fd7b9a8_5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61fd7b9a8_5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61fd7b9a8_5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61fd7b9a8_5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61fd7b9a8_5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61fd7b9a8_5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61fd7b9a8_5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61fd7b9a8_5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61fd7b9a8_5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61fd7b9a8_5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62bd8d1d3888aaf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62bd8d1d3888aaf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61fd7b9a8_5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61fd7b9a8_5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38e8b00a9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38e8b00a9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38e8b00a9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38e8b00a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rive.google.com/file/d/1sTsY3QAUFWOerACWzjWmqXWj3E7yLP-X/view" TargetMode="External"/><Relationship Id="rId4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drive.google.com/file/d/1sTsY3QAUFWOerACWzjWmqXWj3E7yLP-X/view" TargetMode="Externa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-150" y="0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-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free, open-source version control system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Started in the year 2005, it was created by LinusTarvalds ,He Created Git to manage the “Linux” “Kernal” Source code.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- Web-based platform for Git repositories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Started in the year 2008,it was Tom Preston-werner and team ,He Created to share code online.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" name="Google Shape;60;p14" title="Screenshot 2025-11-21 1312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1175" y="127426"/>
            <a:ext cx="2351674" cy="101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is a free, open-source version control system that helps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manage changes to code, documents, or any other digital content over time.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Characteristics					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Version Control System (VCS)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Distributed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Command-line interface    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1750" y="1940050"/>
            <a:ext cx="3085550" cy="308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 title="Screenshot 2025-11-21 1312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1175" y="127426"/>
            <a:ext cx="2351674" cy="101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150" y="25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Distributed version control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and Efficient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Branching and merging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integrity and security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 title="Screenshot 2025-11-21 1312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1175" y="127426"/>
            <a:ext cx="2351674" cy="101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150" y="25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Git works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changes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 snapshots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 back if needed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Tracks changes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collaboration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Keeps work safe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7" title="Screenshot 2025-11-21 1312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1175" y="127426"/>
            <a:ext cx="2351674" cy="101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-100" y="150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is a web-based platform that provides hosting for Git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repositories, making it easy to collaborate with others on code and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Characteristics			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Web-based platform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Collaboration tools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Version control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Community features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7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85" name="Google Shape;85;p18" title="Screenshot 2025-11-21 1312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1175" y="127426"/>
            <a:ext cx="2351674" cy="101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9575" y="2571750"/>
            <a:ext cx="3349725" cy="183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-100" y="150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Repositories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Pull Requests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Issue Tracking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Review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77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92" name="Google Shape;92;p19" title="Screenshot 2025-11-21 1312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1175" y="127426"/>
            <a:ext cx="2351674" cy="101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75" y="150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GitHub Works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repository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Collaborate with others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 issues and projects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and merge changes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Collaboration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Increased Productivity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Community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Version Control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98" name="Google Shape;98;p20" title="Screenshot 2025-11-21 1312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1175" y="127426"/>
            <a:ext cx="2351674" cy="101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0" y="-125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</a:t>
            </a: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 </a:t>
            </a: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between Git And GitHub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4" name="Google Shape;104;p21"/>
          <p:cNvGraphicFramePr/>
          <p:nvPr/>
        </p:nvGraphicFramePr>
        <p:xfrm>
          <a:off x="1241125" y="124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{7C5F8AA5-E7F7-440E-B630-5060B12714AE}</a:tableStyleId>
              </a:tblPr>
              <a:tblGrid>
                <a:gridCol w="2987075"/>
                <a:gridCol w="2987075"/>
              </a:tblGrid>
              <a:tr h="51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Git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GitHub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51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A software tool.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A web-based service.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99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A distributed version control system (DVCS).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A repository hosting and collaboration platform.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99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Primarily used through a command-line interface.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Provides a web-based graphical interface.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99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Focuses on version control and change tracking.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Focuses on code hosting and collaboration.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516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Manages source code history.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Hosts version-controlled repositories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05" name="Google Shape;105;p21" title="Screenshot 2025-11-21 1312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1175" y="127426"/>
            <a:ext cx="2351674" cy="101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0" y="-125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What are the Contents in Git &amp; GitHub?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Repository (Repo)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Commit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Branch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README.md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Pull Request (PR)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Issues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Fork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Clone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 Push &amp; Pull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2" title="Screenshot 2025-11-21 1312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1175" y="127426"/>
            <a:ext cx="2351674" cy="101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0" y="-15119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				</a:t>
            </a: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Workflow</a:t>
            </a: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Git and GitH</a:t>
            </a: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ub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code ⇒ Add  ⇒ Commit ⇒ Push ⇒ Github ⇒ Pull ⇒ Merge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3" title="Screenshot 2025-11-21 1312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1175" y="127426"/>
            <a:ext cx="2351674" cy="101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0" y="-15119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				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GB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Demonstration 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Command Line Interface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3" name="Google Shape;123;p24" title="Screenshot 2025-11-21 1312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1175" y="127426"/>
            <a:ext cx="2351674" cy="101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0" y="-15119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				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Demonstration 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GU Interface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p25" title="Screenshot 2025-11-21 1312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1175" y="127426"/>
            <a:ext cx="2351674" cy="101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0" y="-15119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				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</a:t>
            </a:r>
            <a:r>
              <a:rPr b="1" lang="en-GB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Demonstration</a:t>
            </a:r>
            <a:r>
              <a:rPr b="1" lang="en-GB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pushing to GitHub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" name="Google Shape;135;p26" title="Screenshot 2025-11-21 1312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1175" y="127426"/>
            <a:ext cx="2351674" cy="101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0" y="-15119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				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" name="Google Shape;14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7112" cy="512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idx="4294967295" type="body"/>
          </p:nvPr>
        </p:nvSpPr>
        <p:spPr>
          <a:xfrm>
            <a:off x="0" y="-15119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				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7" name="Google Shape;14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9" title="3873465-hd_1920_1080_30fp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2" y="5862"/>
            <a:ext cx="9118262" cy="51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0" title="3873465-hd_1920_1080_30fp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2" y="5862"/>
            <a:ext cx="9118262" cy="51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